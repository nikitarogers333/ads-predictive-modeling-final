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Predict whether red wine will receive a high sensory quality score.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Frame quality score 7 or higher as High.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Use chemistry measurements to support early screening decisions.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Model is decision support, not replacement for expert tasting.</a:t>
            </a:r>
          </a:p>
        </p:txBody>
      </p:sp>
      <p:pic>
        <p:nvPicPr>
          <p:cNvPr id="5" name="Picture 4" descr="qual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Business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Tasting panels are valuable but limited.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Lab measurements are faster and cheaper to collect.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 model can rank wines before extra review.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Goal is prioritization, not automatic approval.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UCI red wine quality dataset with 1,599 observations.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Each row is one wine sample.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Predictors are acidity, sugar, chlorides, sulfur dioxide, density, pH, sulphates, and alcohol.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Original response is sensory quality rating.</a:t>
            </a:r>
          </a:p>
        </p:txBody>
      </p:sp>
      <p:pic>
        <p:nvPicPr>
          <p:cNvPr id="5" name="Picture 4" descr="predicto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Target And Class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Binary target: High versus NotHigh.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High quality class is 13.6% of rows.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Accuracy alone can be misleading.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Evaluation must include sensitivity, precision, F1, and AUC.</a:t>
            </a:r>
          </a:p>
        </p:txBody>
      </p:sp>
      <p:pic>
        <p:nvPicPr>
          <p:cNvPr id="5" name="Picture 4" descr="qualit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EDA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High quality wines tend to show higher alcohol and sulphates.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They tend to show lower volatile acidity and lower density.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Predictor overlap means perfect classification is unrealistic.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Correlated predictors support comparing several model types.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Converted original quality rating into a binary target.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Removed original quality score from model inputs to avoid leakage.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Checked missing values: none in the downloaded file.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Standardized numeric predictors for logistic regression.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Data Splitting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Used stratified 80/20 train-test split.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Training set used for fitting and tuning.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Test set held out until final evaluation.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Stratification preserved minority-class 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Validation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Used stratified 5-fold cross-validation.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Tuned decision tree complexity.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Tuned random forest mtry.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Selected probability thresholds from validation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Model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Logistic regression created a transparent baseline.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Decision tree tested simple non-linear rules.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Random forest tested stronger non-linear performance.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Final choice balances ranking quality and high-class detection.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ROC AUC measures ranking quality across thresholds.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Sensitivity measures how many high quality wines are found.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Precision measures how many predicted high wines are truly high.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F1 balances sensitivity and precision.</a:t>
            </a:r>
          </a:p>
        </p:txBody>
      </p:sp>
      <p:pic>
        <p:nvPicPr>
          <p:cNvPr id="5" name="Picture 4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Final Test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Selected model: Random forest.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ROC AUC: 0.927.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F1 score: 0.673.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Accuracy: 0.894.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Sensitivity: 0.795; specificity: 0.910.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AUC</a:t>
            </a:r>
            <a:br/>
            <a:r>
              <a:t>0.927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F1</a:t>
            </a:r>
            <a:br/>
            <a:r>
              <a:t>0.673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Accuracy</a:t>
            </a:r>
            <a:br/>
            <a:r>
              <a:t>0.894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Top predictors in random forest: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alcohol, volatile acidity, sulphates, density, citric acid.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These variables help rank wines by probability of high quality.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Variable importance is predictive, not causal.</a:t>
            </a:r>
          </a:p>
        </p:txBody>
      </p:sp>
      <p:pic>
        <p:nvPicPr>
          <p:cNvPr id="5" name="Picture 4" descr="variabl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Limitations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Dataset covers one wine type and region.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Missing business variables: brand, price, vintage, producer, market.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Need external validation before operational use.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Next step: calibrate probabilities and test on newer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High Quality Wine From Physicochemical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Chemistry data can identify useful signal for quality screening.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Use output as ranked shortlist, not final judgment.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Best use is prioritizing additional review.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AI assistance is disclosed in report and should be reviewed before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