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Online Purchase Conversion From Session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Predict whether an online shopping session will generate revenue.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Frame Revenue as Purchase versus NoPurchase.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Use session behavior to support targeted marketing decisions.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Model is decision support, not automatic customer treatment.</a:t>
            </a:r>
          </a:p>
        </p:txBody>
      </p:sp>
      <p:pic>
        <p:nvPicPr>
          <p:cNvPr id="5" name="Picture 4" descr="purchas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Business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Online Purchase Conversion From Session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Most shopping sessions do not purchase.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Marketing and support interventions have limited capacity.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A model can rank sessions by purchase intent.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Goal is prioritization and experiment design.</a:t>
            </a:r>
          </a:p>
        </p:txBody>
      </p:sp>
      <p:pic>
        <p:nvPicPr>
          <p:cNvPr id="5" name="Picture 4" descr="conversion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Online Purchase Conversion From Session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UCI online shoppers dataset with 12,330 sessions.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Each row is one website visit session.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Predictors include page counts, durations, bounce and exit rates, month, visitor type, and traffic source.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Original response is whether the session generated revenue.</a:t>
            </a:r>
          </a:p>
        </p:txBody>
      </p:sp>
      <p:pic>
        <p:nvPicPr>
          <p:cNvPr id="5" name="Picture 4" descr="session_behavior_box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Target And Class Balance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Online Purchase Conversion From Session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Binary target: Purchase versus NoPurchase.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Purchase class is 15.5% of rows.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Accuracy alone can be misleading.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Evaluation must include sensitivity, precision, F1, and AUC.</a:t>
            </a:r>
          </a:p>
        </p:txBody>
      </p:sp>
      <p:pic>
        <p:nvPicPr>
          <p:cNvPr id="5" name="Picture 4" descr="purchas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EDA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Online Purchase Conversion From Session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Purchase sessions show higher page value and product engagement.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No-purchase sessions show higher bounce and exit rates.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Predictor overlap means perfect classification is unrealistic.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Correlated predictors support comparing several model types.</a:t>
            </a:r>
          </a:p>
        </p:txBody>
      </p:sp>
      <p:pic>
        <p:nvPicPr>
          <p:cNvPr id="5" name="Picture 4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Online Purchase Conversion From Session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Converted Revenue into a binary purchase target.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Removed original Revenue field from model inputs to avoid leakage.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Checked missing values: none in the downloaded file.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Collapsed rare technical categories and standardized numeric predictors for logistic regression.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Data Splitting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Online Purchase Conversion From Session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Used stratified 80/20 train-test split.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Training set used for fitting and tuning.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Test set held out until final evaluation.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Stratification preserved minority-class share.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Validation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Online Purchase Conversion From Session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Used stratified cross-validation.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Tuned decision tree complexity.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Tuned random forest mtry.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Selected probability thresholds from validation predictions.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Model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Online Purchase Conversion From Session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Logistic regression created a transparent baseline.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Decision tree tested simple non-linear rules.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Random forest tested stronger non-linear performance.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Final choice balances ranking quality and purchase-class detection.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Online Purchase Conversion From Session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ROC AUC measures ranking quality across thresholds.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Sensitivity measures how many purchase sessions are found.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Precision measures how many predicted purchases are true purchases.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F1 balances sensitivity and precision.</a:t>
            </a:r>
          </a:p>
        </p:txBody>
      </p:sp>
      <p:pic>
        <p:nvPicPr>
          <p:cNvPr id="5" name="Picture 4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Final Test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Online Purchase Conversion From Session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Selected model: Random forest.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ROC AUC: 0.935.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F1 score: 0.716.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Accuracy: 0.909.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Sensitivity: 0.738; specificity: 0.941.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303520"/>
            <a:ext cx="2011680" cy="731520"/>
          </a:xfrm>
          <a:prstGeom prst="roundRect">
            <a:avLst/>
          </a:prstGeom>
          <a:solidFill>
            <a:srgbClr val="F7F5F0"/>
          </a:solidFill>
          <a:ln>
            <a:solidFill>
              <a:srgbClr val="DED9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0262E"/>
                </a:solidFill>
              </a:defRPr>
            </a:pPr>
            <a:r>
              <a:t>AUC</a:t>
            </a:r>
            <a:br/>
            <a:r>
              <a:t>0.935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5303520"/>
            <a:ext cx="2011680" cy="731520"/>
          </a:xfrm>
          <a:prstGeom prst="roundRect">
            <a:avLst/>
          </a:prstGeom>
          <a:solidFill>
            <a:srgbClr val="F7F5F0"/>
          </a:solidFill>
          <a:ln>
            <a:solidFill>
              <a:srgbClr val="DED9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0262E"/>
                </a:solidFill>
              </a:defRPr>
            </a:pPr>
            <a:r>
              <a:t>F1</a:t>
            </a:r>
            <a:br/>
            <a:r>
              <a:t>0.716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83480" y="5303520"/>
            <a:ext cx="2011680" cy="731520"/>
          </a:xfrm>
          <a:prstGeom prst="roundRect">
            <a:avLst/>
          </a:prstGeom>
          <a:solidFill>
            <a:srgbClr val="F7F5F0"/>
          </a:solidFill>
          <a:ln>
            <a:solidFill>
              <a:srgbClr val="DED9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0262E"/>
                </a:solidFill>
              </a:defRPr>
            </a:pPr>
            <a:r>
              <a:t>Accuracy</a:t>
            </a:r>
            <a:br/>
            <a:r>
              <a:t>0.909</a:t>
            </a:r>
          </a:p>
        </p:txBody>
      </p:sp>
      <p:pic>
        <p:nvPicPr>
          <p:cNvPr id="8" name="Picture 7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Online Purchase Conversion From Session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Top predictors in random forest: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PageValues, ExitRates, ProductRelated_Duration, Month, ProductRelated.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These variables help rank sessions by purchase probability.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Variable importance is predictive, not causal.</a:t>
            </a:r>
          </a:p>
        </p:txBody>
      </p:sp>
      <p:pic>
        <p:nvPicPr>
          <p:cNvPr id="5" name="Picture 4" descr="variabl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Limitations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Online Purchase Conversion From Session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Dataset comes from one e-commerce context.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Missing business variables: product, price, customer history, margin, and campaign cost.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Verify PageValues availability before real-time deployment.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Next step: calibrate probabilities and A/B test interventions.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Online Purchase Conversion From Session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Session behavior can identify useful conversion-intent signal.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Use output as ranked shortlist, not final customer-treatment rule.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Best use is prioritizing controlled marketing experiments.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AI assistance is disclosed in the report and repository.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