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Problem And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Goal: predict whether a red wine will receive a high sensory quality score.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Dataset: UCI red wine quality data with 1,599 samples.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High quality wines are the minority class: 13.6% of rows.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Business use: screen wines for extra review before using scarce tasting-panel time.</a:t>
            </a:r>
          </a:p>
        </p:txBody>
      </p:sp>
      <p:pic>
        <p:nvPicPr>
          <p:cNvPr id="5" name="Picture 4" descr="qual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Modeling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Created binary target: quality score 7 or higher equals High.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Used stratified training and test split to preserve class balance.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Compared logistic regression, decision tree, and random forest.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Used 5-fold cross-validation for tuning and threshold selection.</a:t>
            </a:r>
          </a:p>
        </p:txBody>
      </p:sp>
      <p:pic>
        <p:nvPicPr>
          <p:cNvPr id="5" name="Picture 4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Selected model: Random forest.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Test ROC AUC: 0.927.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Test F1 score: 0.673.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Threshold selected to balance precision and sensitivity for high quality wines.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AUC</a:t>
            </a:r>
            <a:br/>
            <a:r>
              <a:t>0.927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F1</a:t>
            </a:r>
            <a:br/>
            <a:r>
              <a:t>0.673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83480" y="5303520"/>
            <a:ext cx="2011680" cy="731520"/>
          </a:xfrm>
          <a:prstGeom prst="roundRect">
            <a:avLst/>
          </a:prstGeom>
          <a:solidFill>
            <a:srgbClr val="F7F5F0"/>
          </a:solidFill>
          <a:ln>
            <a:solidFill>
              <a:srgbClr val="DED9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0262E"/>
                </a:solidFill>
              </a:defRPr>
            </a:pPr>
            <a:r>
              <a:t>Accuracy</a:t>
            </a:r>
            <a:br/>
            <a:r>
              <a:t>0.894</a:t>
            </a:r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Key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Most important predictors in the tree ensemble: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alcohol, volatile acidity, sulphates, density, citric acid.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These measurements are plausible quality signals, but they do not replace tasting.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Model should be used as a prioritization layer.</a:t>
            </a:r>
          </a:p>
        </p:txBody>
      </p:sp>
      <p:pic>
        <p:nvPicPr>
          <p:cNvPr id="5" name="Picture 4" descr="variabl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62E"/>
                </a:solidFill>
              </a:defRPr>
            </a:pPr>
            <a: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F7D8C"/>
                </a:solidFill>
              </a:defRPr>
            </a:pPr>
            <a:r>
              <a:t>Predicting High Quality Wine From Physicochemical Measurements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40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20262E"/>
                </a:solidFill>
              </a:defRPr>
            </a:pPr>
            <a:r>
              <a:t>Use model scores to rank wines for extra sensory review.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Do not use the model as the only quality decision.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Improve with more wine types, producer information, vintage data, and external validation.</a:t>
            </a:r>
          </a:p>
          <a:p>
            <a:pPr>
              <a:defRPr sz="1700">
                <a:solidFill>
                  <a:srgbClr val="20262E"/>
                </a:solidFill>
              </a:defRPr>
            </a:pPr>
            <a:r>
              <a:t>AI assistance is disclosed in the report and repository.</a:t>
            </a:r>
          </a:p>
        </p:txBody>
      </p:sp>
      <p:pic>
        <p:nvPicPr>
          <p:cNvPr id="5" name="Picture 4" descr="predicto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074920" cy="4206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